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707"/>
  </p:normalViewPr>
  <p:slideViewPr>
    <p:cSldViewPr snapToGrid="0">
      <p:cViewPr varScale="1">
        <p:scale>
          <a:sx n="115" d="100"/>
          <a:sy n="115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127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3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549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14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3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427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88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83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32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676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5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12/3/25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9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46512-EDD6-2C68-8F5B-8E9F4426C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159" y="1377146"/>
            <a:ext cx="4076460" cy="362621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chemeClr val="bg1"/>
                </a:solidFill>
              </a:rPr>
              <a:t>Final Kaggle Competition: Don’t get kicked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193EE-BF54-DA40-47C2-BF6400EEA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159" y="5170453"/>
            <a:ext cx="4076458" cy="990197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By: Angelina Camen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05608-B603-4BB1-0E22-E26F37C33EF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51000"/>
          </a:blip>
          <a:srcRect l="21435" r="-1" b="-1"/>
          <a:stretch>
            <a:fillRect/>
          </a:stretch>
        </p:blipFill>
        <p:spPr>
          <a:xfrm>
            <a:off x="5457027" y="10"/>
            <a:ext cx="6734973" cy="6857990"/>
          </a:xfrm>
          <a:prstGeom prst="rect">
            <a:avLst/>
          </a:prstGeom>
        </p:spPr>
      </p:pic>
      <p:sp>
        <p:nvSpPr>
          <p:cNvPr id="11" name="Graphic 17">
            <a:extLst>
              <a:ext uri="{FF2B5EF4-FFF2-40B4-BE49-F238E27FC236}">
                <a16:creationId xmlns:a16="http://schemas.microsoft.com/office/drawing/2014/main" id="{B71758F4-3F46-45DA-8AC5-4E508DA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57736" y="815001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8550FED7-7C32-42BB-98DB-30272A633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16516" y="104429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274341"/>
            <a:ext cx="11353800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457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E203-184E-7191-E1C4-E373B4516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EF869-A6E4-7051-8E47-AB216C185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6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95CA-F04F-C770-83E5-09AB8077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0EA46-54E8-595F-D8E3-E243BDE14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2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C373-305E-B8E3-4A15-B5F73E7B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E0D7F-3B4D-2D70-5A3F-B725169C9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4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CDB7-9105-E3A2-F7CC-15CC5792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Details of Best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C8E8D-F08D-7FEF-C36E-4C42E9C70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4650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Univers</vt:lpstr>
      <vt:lpstr>GradientVTI</vt:lpstr>
      <vt:lpstr>Final Kaggle Competition: Don’t get kicked </vt:lpstr>
      <vt:lpstr>Problem Background</vt:lpstr>
      <vt:lpstr>Description of Feature Engineering</vt:lpstr>
      <vt:lpstr>Model Comparison</vt:lpstr>
      <vt:lpstr>Details of Best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Angelina Camen</dc:creator>
  <cp:lastModifiedBy>Angelina Camen</cp:lastModifiedBy>
  <cp:revision>2</cp:revision>
  <dcterms:created xsi:type="dcterms:W3CDTF">2025-12-01T17:47:23Z</dcterms:created>
  <dcterms:modified xsi:type="dcterms:W3CDTF">2025-12-03T18:44:43Z</dcterms:modified>
</cp:coreProperties>
</file>